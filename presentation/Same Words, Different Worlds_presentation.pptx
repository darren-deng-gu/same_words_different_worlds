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5e4c0d59_0_4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5e4c0d59_0_4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e5e4c0d59_0_4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e5e4c0d59_0_4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5e4c0d59_0_4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5e4c0d59_0_4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5e4c0d59_0_4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5e4c0d59_0_4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602f20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602f20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602f203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602f203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602f20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602f20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602f20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e602f20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e602f20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e602f20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602f20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e602f20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tlas.nomic.ai/data/hivemind/tweets-from-members-of-us-congress-2023-2024/map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65625"/>
            <a:ext cx="8520600" cy="16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Same Words, Different Worlds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AI in the Polarized U.S. Congress</a:t>
            </a:r>
            <a:endParaRPr sz="4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rPr lang="en" sz="2000"/>
              <a:t>Final Project</a:t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rPr lang="en" sz="2000"/>
              <a:t>For</a:t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rPr lang="en" sz="2000"/>
              <a:t>PPOL 6801: Text as Data</a:t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675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750"/>
              <a:buFont typeface="Arial"/>
              <a:buNone/>
            </a:pPr>
            <a:r>
              <a:rPr lang="en" sz="2000"/>
              <a:t>Darren Deng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https://atlas.nomic.ai/data/hivemind/tweets-from-members-of-us-congress-2023-2024/map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Tweets amount before filter: 1893564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</a:rPr>
              <a:t>Amount after AI keywords Filter: 3158</a:t>
            </a:r>
            <a:endParaRPr sz="16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</a:rPr>
              <a:t>Amount after throw ‘Independent’ Party: 3151</a:t>
            </a:r>
            <a:endParaRPr sz="16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542450" y="1933700"/>
            <a:ext cx="59100" cy="19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542450" y="2380350"/>
            <a:ext cx="59100" cy="19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0548" y="3122473"/>
            <a:ext cx="5205424" cy="14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4542450" y="2764975"/>
            <a:ext cx="59100" cy="19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Discourse Volume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210" y="1346400"/>
            <a:ext cx="5477164" cy="30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solidFill>
                  <a:srgbClr val="1F1F1F"/>
                </a:solidFill>
                <a:highlight>
                  <a:srgbClr val="FFFFFF"/>
                </a:highlight>
              </a:rPr>
              <a:t>Log-Odds Ratio</a:t>
            </a:r>
            <a:endParaRPr sz="2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of Words Approach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Formula: log( (count_D + 1) / (total_D + 1) ) - log( (count_R + 1) / (total_R + 1) )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025" y="1949050"/>
            <a:ext cx="4757951" cy="30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Embeddings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Domain Adaptation ( Fine-tuning)?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Roberta-</a:t>
            </a:r>
            <a:r>
              <a:rPr lang="en"/>
              <a:t>Base?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how to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what did we get now?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Dimensionality reduction visualization.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04" y="1152477"/>
            <a:ext cx="774099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Classifier Probe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478" y="1267250"/>
            <a:ext cx="3865049" cy="318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solidFill>
                  <a:srgbClr val="1F1F1F"/>
                </a:solidFill>
                <a:highlight>
                  <a:srgbClr val="FFFFFF"/>
                </a:highlight>
              </a:rPr>
              <a:t>Partisan semantic distance</a:t>
            </a:r>
            <a:endParaRPr sz="2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787" y="941675"/>
            <a:ext cx="5776424" cy="38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50">
                <a:solidFill>
                  <a:srgbClr val="1F1F1F"/>
                </a:solidFill>
                <a:highlight>
                  <a:srgbClr val="FFFFFF"/>
                </a:highlight>
              </a:rPr>
              <a:t>Semantic projection axis</a:t>
            </a:r>
            <a:endParaRPr sz="2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t/>
            </a:r>
            <a:endParaRPr sz="2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028" y="975875"/>
            <a:ext cx="5791950" cy="37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Most 'Republican' usage of rights: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Google refused to work with the U.S. military on artificial intelligence, yet had no problem opening up an AI research center in #China. The authoritarian #CCP uses AI for mass surveillance operations &amp;amp; human rights abuses. Helping China's AI is wrong!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------------------------------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Most 'Democrat' usage of rights: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We know that there are far too many potential biases within AI technologies that could unfairly impact people of color. I am committed to advancing bipartisan legislation that protects all Americans and will protect civil rights in the age of AI.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talk about “Rights”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975" y="1387577"/>
            <a:ext cx="7448049" cy="29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